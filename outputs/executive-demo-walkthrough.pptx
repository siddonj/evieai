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0c121346964f02" /><Relationship Type="http://schemas.openxmlformats.org/officeDocument/2006/relationships/extended-properties" Target="/docProps/app.xml" Id="R85984460128c4270" /><Relationship Type="http://schemas.openxmlformats.org/officeDocument/2006/relationships/officeDocument" Target="/ppt/presentation.xml" Id="R971e0ad86fff42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b0e3f9779e440f"/>
  </p:sldMasterIdLst>
  <p:notesMasterIdLst>
    <p:notesMasterId xmlns:r="http://schemas.openxmlformats.org/officeDocument/2006/relationships" r:id="R0867ed97cb024e5d"/>
  </p:notesMasterIdLst>
  <p:sldIdLst>
    <p:sldId xmlns:r="http://schemas.openxmlformats.org/officeDocument/2006/relationships" id="256" r:id="R2ca9147b34b5451d"/>
    <p:sldId xmlns:r="http://schemas.openxmlformats.org/officeDocument/2006/relationships" id="257" r:id="Re2fd61a4a47b4114"/>
    <p:sldId xmlns:r="http://schemas.openxmlformats.org/officeDocument/2006/relationships" id="258" r:id="R7cb1c3cddc324472"/>
    <p:sldId xmlns:r="http://schemas.openxmlformats.org/officeDocument/2006/relationships" id="259" r:id="R240a9160ba87478f"/>
    <p:sldId xmlns:r="http://schemas.openxmlformats.org/officeDocument/2006/relationships" id="260" r:id="R428b383d18b64e31"/>
    <p:sldId xmlns:r="http://schemas.openxmlformats.org/officeDocument/2006/relationships" id="261" r:id="R693244b524804d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45b17762414190" /><Relationship Type="http://schemas.openxmlformats.org/officeDocument/2006/relationships/slideMaster" Target="/ppt/slideMasters/slideMaster1.xml" Id="Rc7b0e3f9779e440f" /><Relationship Type="http://schemas.openxmlformats.org/officeDocument/2006/relationships/notesMaster" Target="/ppt/notesMasters/notesMaster1.xml" Id="R0867ed97cb024e5d" /><Relationship Type="http://schemas.openxmlformats.org/officeDocument/2006/relationships/presProps" Target="/ppt/presProps.xml" Id="R09566afc1d4445de" /><Relationship Type="http://schemas.openxmlformats.org/officeDocument/2006/relationships/tableStyles" Target="/ppt/tableStyles.xml" Id="R853f3689f6614b8d" /><Relationship Type="http://schemas.openxmlformats.org/officeDocument/2006/relationships/slide" Target="/ppt/slides/slide1.xml" Id="R2ca9147b34b5451d" /><Relationship Type="http://schemas.openxmlformats.org/officeDocument/2006/relationships/slide" Target="/ppt/slides/slide2.xml" Id="Re2fd61a4a47b4114" /><Relationship Type="http://schemas.openxmlformats.org/officeDocument/2006/relationships/slide" Target="/ppt/slides/slide3.xml" Id="R7cb1c3cddc324472" /><Relationship Type="http://schemas.openxmlformats.org/officeDocument/2006/relationships/slide" Target="/ppt/slides/slide4.xml" Id="R240a9160ba87478f" /><Relationship Type="http://schemas.openxmlformats.org/officeDocument/2006/relationships/slide" Target="/ppt/slides/slide5.xml" Id="R428b383d18b64e31" /><Relationship Type="http://schemas.openxmlformats.org/officeDocument/2006/relationships/slide" Target="/ppt/slides/slide6.xml" Id="R693244b524804d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3d910b2ff54d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8a410a205f4491" /><Relationship Type="http://schemas.openxmlformats.org/officeDocument/2006/relationships/notesMaster" Target="/ppt/notesMasters/notesMaster1.xml" Id="R1fb5c26015564f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397e774f4747e0" /><Relationship Type="http://schemas.openxmlformats.org/officeDocument/2006/relationships/notesMaster" Target="/ppt/notesMasters/notesMaster1.xml" Id="R1af83e228f214a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51bac42d27485b" /><Relationship Type="http://schemas.openxmlformats.org/officeDocument/2006/relationships/notesMaster" Target="/ppt/notesMasters/notesMaster1.xml" Id="Rd52e3661ca6c47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a49c677a8947e9" /><Relationship Type="http://schemas.openxmlformats.org/officeDocument/2006/relationships/notesMaster" Target="/ppt/notesMasters/notesMaster1.xml" Id="R5fdee68cafa84c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b49a9757454c23" /><Relationship Type="http://schemas.openxmlformats.org/officeDocument/2006/relationships/notesMaster" Target="/ppt/notesMasters/notesMaster1.xml" Id="Rffcbe023019542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f1e1e28cb44572" /><Relationship Type="http://schemas.openxmlformats.org/officeDocument/2006/relationships/notesMaster" Target="/ppt/notesMasters/notesMaster1.xml" Id="R6f2056c8163a4d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93b1f268842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0cba7277b4d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b9af6257f4f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71b4b81684d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a1a2e85bb44b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ac6c0a5de43a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f4799a9154ec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b57e407444bf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57adfd35a4507" /><Relationship Type="http://schemas.openxmlformats.org/officeDocument/2006/relationships/image" Target="/ppt/media/image.png" Id="R236f29403b4845a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111be3af74350" /><Relationship Type="http://schemas.openxmlformats.org/officeDocument/2006/relationships/image" Target="/ppt/media/image2.png" Id="Rab559fc5df544d75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236f29403b4845a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ab559fc5df544d7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47778fcf0747a0" /><Relationship Type="http://schemas.openxmlformats.org/officeDocument/2006/relationships/slideLayout" Target="/ppt/slideLayouts/slideLayout1.xml" Id="R1747fce37adf4d07" /><Relationship Type="http://schemas.openxmlformats.org/officeDocument/2006/relationships/slideLayout" Target="/ppt/slideLayouts/slideLayout2.xml" Id="R3cb71f944b6a4414" /><Relationship Type="http://schemas.openxmlformats.org/officeDocument/2006/relationships/slideLayout" Target="/ppt/slideLayouts/slideLayout3.xml" Id="R7c2454c190b049d8" /><Relationship Type="http://schemas.openxmlformats.org/officeDocument/2006/relationships/slideLayout" Target="/ppt/slideLayouts/slideLayout4.xml" Id="R29fb3aa594474e97" /><Relationship Type="http://schemas.openxmlformats.org/officeDocument/2006/relationships/slideLayout" Target="/ppt/slideLayouts/slideLayout5.xml" Id="R3947b31c63a04b34" /><Relationship Type="http://schemas.openxmlformats.org/officeDocument/2006/relationships/slideLayout" Target="/ppt/slideLayouts/slideLayout6.xml" Id="R02ae2c1782774b1c" /><Relationship Type="http://schemas.openxmlformats.org/officeDocument/2006/relationships/slideLayout" Target="/ppt/slideLayouts/slideLayout7.xml" Id="R9d015946851a4383" /><Relationship Type="http://schemas.openxmlformats.org/officeDocument/2006/relationships/slideLayout" Target="/ppt/slideLayouts/slideLayout8.xml" Id="R195c3927e5e84d03" /><Relationship Type="http://schemas.openxmlformats.org/officeDocument/2006/relationships/slideLayout" Target="/ppt/slideLayouts/slideLayout9.xml" Id="Rea0be6ac5c924988" /><Relationship Type="http://schemas.openxmlformats.org/officeDocument/2006/relationships/slideLayout" Target="/ppt/slideLayouts/slideLayout10.xml" Id="Rb168b7c41e7c437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47fce37adf4d07"/>
    <p:sldLayoutId xmlns:r="http://schemas.openxmlformats.org/officeDocument/2006/relationships" id="2147483650" r:id="R3cb71f944b6a4414"/>
    <p:sldLayoutId xmlns:r="http://schemas.openxmlformats.org/officeDocument/2006/relationships" id="2147483651" r:id="R7c2454c190b049d8"/>
    <p:sldLayoutId xmlns:r="http://schemas.openxmlformats.org/officeDocument/2006/relationships" id="2147483652" r:id="R29fb3aa594474e97"/>
    <p:sldLayoutId xmlns:r="http://schemas.openxmlformats.org/officeDocument/2006/relationships" id="2147483653" r:id="R3947b31c63a04b34"/>
    <p:sldLayoutId xmlns:r="http://schemas.openxmlformats.org/officeDocument/2006/relationships" id="2147483654" r:id="R02ae2c1782774b1c"/>
    <p:sldLayoutId xmlns:r="http://schemas.openxmlformats.org/officeDocument/2006/relationships" id="2147483655" r:id="R9d015946851a4383"/>
    <p:sldLayoutId xmlns:r="http://schemas.openxmlformats.org/officeDocument/2006/relationships" id="2147483656" r:id="R195c3927e5e84d03"/>
    <p:sldLayoutId xmlns:r="http://schemas.openxmlformats.org/officeDocument/2006/relationships" id="2147483657" r:id="Rea0be6ac5c924988"/>
    <p:sldLayoutId xmlns:r="http://schemas.openxmlformats.org/officeDocument/2006/relationships" id="2147483658" r:id="Rb168b7c41e7c437c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8ba5220ae4b6c" /><Relationship Type="http://schemas.openxmlformats.org/officeDocument/2006/relationships/notesSlide" Target="/ppt/notesSlides/notesSlide1.xml" Id="Rcd210d13ff2d44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c026bcaab47ae" /><Relationship Type="http://schemas.openxmlformats.org/officeDocument/2006/relationships/notesSlide" Target="/ppt/notesSlides/notesSlide2.xml" Id="R976013ef347c4b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a2037e77ac4f6c" /><Relationship Type="http://schemas.openxmlformats.org/officeDocument/2006/relationships/notesSlide" Target="/ppt/notesSlides/notesSlide3.xml" Id="Ra5c836b185e042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52a7f3b54694cf5" /><Relationship Type="http://schemas.openxmlformats.org/officeDocument/2006/relationships/notesSlide" Target="/ppt/notesSlides/notesSlide4.xml" Id="Rf3ce7c7c426248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939e7fbd6294395" /><Relationship Type="http://schemas.openxmlformats.org/officeDocument/2006/relationships/notesSlide" Target="/ppt/notesSlides/notesSlide5.xml" Id="R8b2608eadc8744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e67576f7b804cf4" /><Relationship Type="http://schemas.openxmlformats.org/officeDocument/2006/relationships/notesSlide" Target="/ppt/notesSlides/notesSlide6.xml" Id="R28e63f71678742c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EvieAI</a:t>
            </a:r>
          </a:p>
          <a:p xmlns:a="http://schemas.openxmlformats.org/drawingml/2006/main">
            <a:r>
              <a:rPr sz="7200"/>
              <a:t>Product demo walkthrough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Live data, chat, and export in one interface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Product demo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20-minute guided walkthrough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F6A32FBD-471B-0EBA-B741-E0342E7229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6FE9EA6-28D5-24F6-5682-5886DC1258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911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Today’s Agenda</a:t>
            </a:r>
          </a:p>
        </p:txBody>
      </p:sp>
      <p:sp>
        <p:nvSpPr>
          <p:cNvPr id="4" name="Title 2">
            <a:extLst xmlns:a="http://schemas.openxmlformats.org/drawingml/2006/main">
              <a:ext uri="{FF2B5EF4-FFF2-40B4-BE49-F238E27FC236}">
                <a16:creationId xmlns:a16="http://schemas.microsoft.com/office/drawing/2014/main" id="{2F10929B-DEFF-CE26-DEB7-6097A95B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44008"/>
            <a:ext cx="5867400" cy="4659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pPr marL="514350" indent="-514350">
              <a:spcAft>
                <a:spcPts val="600"/>
              </a:spcAft>
              <a:buAutoNum type="arabicPeriod"/>
            </a:pPr>
            <a:r>
              <a:t>The product tour</a:t>
            </a:r>
          </a:p>
          <a:p xmlns:a="http://schemas.openxmlformats.org/drawingml/2006/main">
            <a:pPr marL="514350" indent="-514350">
              <a:spcAft>
                <a:spcPts val="600"/>
              </a:spcAft>
              <a:buAutoNum type="arabicPeriod"/>
            </a:pPr>
            <a:r>
              <a:t>How chat finds the right source</a:t>
            </a:r>
          </a:p>
          <a:p xmlns:a="http://schemas.openxmlformats.org/drawingml/2006/main">
            <a:pPr marL="514350" indent="-514350">
              <a:spcAft>
                <a:spcPts val="800"/>
              </a:spcAft>
              <a:buAutoNum type="arabicPeriod"/>
            </a:pPr>
            <a:r>
              <a:t>What the answer looks like</a:t>
            </a:r>
          </a:p>
          <a:p xmlns:a="http://schemas.openxmlformats.org/drawingml/2006/main">
            <a:pPr marL="514350" indent="-514350">
              <a:spcAft>
                <a:spcPts val="600"/>
              </a:spcAft>
              <a:buAutoNum type="arabicPeriod"/>
            </a:pPr>
            <a:r>
              <a:t>How exports are generated</a:t>
            </a:r>
          </a:p>
          <a:p xmlns:a="http://schemas.openxmlformats.org/drawingml/2006/main">
            <a:pPr marL="514350" indent="-514350">
              <a:spcAft>
                <a:spcPts val="600"/>
              </a:spcAft>
              <a:buAutoNum type="arabicPeriod"/>
            </a:pPr>
            <a:r>
              <a:t>Where the demo ends</a:t>
            </a:r>
          </a:p>
        </p:txBody>
      </p:sp>
    </p:spTree>
    <p:extLst>
      <p:ext uri="{BB962C8B-B14F-4D97-AF65-F5344CB8AC3E}">
        <p14:creationId xmlns:p14="http://schemas.microsoft.com/office/powerpoint/2010/main" val="23825632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Designed for real work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Route to the right source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assistant routes to SQL, knowledge, or documents based on the request.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Get a grounded answer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Responses stay concise, source-aware, and ready for follow-up.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Answer the question live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Then export the same result to PDF or Excel.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44F7AB-1763-C9DF-D07A-AAEE9DB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335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EA69B8B-AC82-5D8D-6DC3-1435E10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602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Export and Q&amp;A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Generate a PDF or Excel output, then take questions.</a:t>
            </a:r>
          </a:p>
        </p:txBody>
      </p:sp>
      <p:sp>
        <p:nvSpPr>
          <p:cNvPr id="2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6300F8B-E97D-EE9E-4225-90702D3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334" y="5544658"/>
            <a:ext cx="1686860" cy="2070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12-20m</a:t>
            </a:r>
          </a:p>
        </p:txBody>
      </p:sp>
      <p:sp>
        <p:nvSpPr>
          <p:cNvPr id="28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D866E886-664F-3FB7-D53F-EC59490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67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164D62F-0E28-6899-D1A2-846CA2FA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47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B5E1C3-F19B-1098-5782-2ABB1D1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614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Dive into another source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Switch from summary to operational detail live.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D46C2F3-E047-949F-E426-85D04E8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2D97B83-3C45-E37A-21C3-D5F333EEE6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5549772"/>
            <a:ext cx="1730533" cy="19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5-12m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D63574A-89C7-955F-74B9-B91B30FDEB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8BE5863-55C6-337E-1F38-84416561E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20-minute demo flow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44FE8A3D-53A2-1416-CACF-BD6787D6F07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547346" y="5544658"/>
            <a:ext cx="1686860" cy="2070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0-5m</a:t>
            </a:r>
          </a:p>
        </p:txBody>
      </p:sp>
      <p:cxnSp>
        <p:nvCxnSpPr>
          <p:cNvPr id="52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618967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C18CA270-D7FF-5F52-A97F-D8D6C3E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A1F5EF-D65E-D2BC-463A-C5FFC2E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69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FBD0D2-0150-2466-E4B2-FBFCAE3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Open with a live question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Show how the product finds the right answer fast.</a:t>
            </a:r>
          </a:p>
        </p:txBody>
      </p:sp>
    </p:spTree>
    <p:extLst>
      <p:ext uri="{BB962C8B-B14F-4D97-AF65-F5344CB8AC3E}">
        <p14:creationId xmlns:p14="http://schemas.microsoft.com/office/powerpoint/2010/main" val="6879125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01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Live source selection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assistant chooses the right system for each question.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02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Grounded answers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Responses show the data source and stay tied to real records.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03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Exportable output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Answers become PDF or Excel deliverables the audience can share after the demo.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What to notice in the product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3A62DA03-078D-4208-A376-B79BC22F638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Search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Find the right record or metric without knowing where it lives.</a:t>
            </a: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6BC13C89-B255-4BD0-B6A4-09A5440EA1F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EC2A30C1-4EC3-438D-A962-4BFCE2741F4E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Answer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Get a concise response that is useful in the meeting, not just in the system.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4FDD7534-8C8F-4948-A46A-9FE1169C82F9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Export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Send a PDF summary or an Excel pack immediately after the question.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D8139920-59EE-456D-AAE5-94E8812EAB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Close on the product</a:t>
            </a:r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A1EF6434-21EE-4FFF-8092-2D11F84F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433102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F56A237F-0877-4B91-BEA1-B0FE324B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66" y="3429011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A2591E8F-4F6B-4504-9970-68AA8492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64" y="3474581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71952946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2026-06-20T18:52:53.9440000Z</dcterms:created>
  <dcterms:modified xsi:type="dcterms:W3CDTF">2026-06-20T18:52:53.9440000Z</dcterms:modified>
</coreProperties>
</file>