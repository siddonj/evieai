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Agentic Q&amp;A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CCFF"/>
                </a:solidFill>
              </a:defRPr>
            </a:pPr>
            <a:r>
              <a:t>Architecture, Cost &amp; Deployment Overview</a:t>
            </a:r>
            <a:br/>
            <a:r>
              <a:t>ResiQ  |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9CC"/>
                </a:solidFill>
              </a:defRPr>
            </a:pPr>
            <a:r>
              <a:t>ResiQ  |  AI Agentic Q&amp;A Platform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AI-powered agentic question-and-answer platform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Users ask natural-language questions across scattered organizational data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Emails, files, databases, OneDrive, SOPs, and analytics dashboards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System reasons over the request, calls the right backend tools, and returns a synthesized answer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Optionally generates multi-page HTML reports with action items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Live: demo.resiq.co  |  API: api.resiq.co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High-Level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Fully Terraform-managed — zero manual portal clicks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User Layer: Web Browser (React + Vite) and Microsoft Teams (sideloaded tab)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Public-Facing: Azure Static Web App + FastAPI Orchestrator (port 8000)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Internal Layer: 8 MCP Servers running inside Azure Container Apps (internal ingress only)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Data &amp; Secrets: Azure OpenAI GPT-4o, SQL Serverless, Storage Account, Key Vault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Identity: Entra ID App Registration for MS Graph API (Mail.Read, Files.Read.All)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Orchestrator is the ONLY public-facing service; all MCPs are VNet-private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Component Breakdown — 8 MCP Servers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All MCPs expose tools via Streamable HTTP (fastmcp)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3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MCP Server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Tool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SQL MCP (DAB)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SQL via Data API Builder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query_sql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File Share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Local files / Azure File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query_files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O365 Mail MCP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Outlook via MS Graph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query_mail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OneDrive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OneDrive search &amp; download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query_onedrive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Knowledge Base MCP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Semantic SOP / policy 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query_knowledge_base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Memory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User context &amp; bookmarks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query_memory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Document Gen MCP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HTML briefing generation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query_document_generation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Analytics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KPI cards, trends,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query_analytics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Request Lifecycle — Multi-Tool Flow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Example: 'Prep board meeting' triggers 4+ MCPs simultaneously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1. User types a question into the chat UI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2. UI sends POST /api/chat with full conversation history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3. Orchestrator calls Azure OpenAI GPT-4o with available tool schemas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4. OpenAI decides which tools to invoke (e.g., query_mail + query_analytics)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5. Orchestrator parallel-calls the selected MCP servers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6. Raw tool results are injected back into the LLM context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7. OpenAI synthesizes a single natural-language answer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8. Response is streamed back to the UI with tool-call badges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Infrastructure (Terraform-Managed)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Region: West US 3  |  Deploy time: ~10–15 minutes from clean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Resource Group + Log Analytics Workspace (central logging)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Azure Container Registry (Basic) + 10 Container Apps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Azure OpenAI — GPT-4o deployment (S0 SKU, 10K TPM)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Azure SQL Serverless (GP_S_Gen5_2, auto-pause after 1 hr)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Azure Storage Account + File Share (100 GB quota)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Azure Key Vault (standard RBAC) — all secrets injected at runtime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Azure Static Web App (free tier) — React UI with CDN edge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Entra ID App Registration — Graph API permissions (admin consent required)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Model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Defense in depth across every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8D4"/>
                </a:solidFill>
              </a:defRPr>
            </a:pPr>
            <a:r>
              <a:t>Network &amp; Identity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Orchestrator: public ingress + CORS allow-list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MCP servers: internal ingress only (VNet)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System-assigned managed identities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No client secrets in container runtime config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Key Vault secrets injected as encrypted env vars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8D4"/>
                </a:solidFill>
              </a:defRPr>
            </a:pPr>
            <a:r>
              <a:t>Data &amp;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Parameterized SQL queries via DAB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Least-privilege Graph API scopes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Never bake secrets into Docker images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Teams SSO / OBO flow (feature-flagged)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Manual admin consent required post-deploy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Estimate — Development Environment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Optimized (scale-to-zero, lower TPM): ~$60 – $110 / 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SKU / Tier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Container Apps (10 apps)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Consumption, min 0 replicas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$45 – $90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OpenAI 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10K TPM, ~2M tokens/mo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$60 – $120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SQL Serverless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GP_S_Gen5_2, auto-pause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$15 – $35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Storage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Standard LRS, ~50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$5 – $10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Key Vault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Log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PerGB2018, ~5 GB/mo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$12 – $15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Container Registry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Static Web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$145 – $280 / 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Estimate — Production (100+ users, 10K req/day)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Add Front Door / CDN for geo-redundancy: +$50 – $150 / 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SKU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Container Apps (dedicated env)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 vCPU / 2 GiB ×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$350 – $550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OpenAI 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50K–100K TPM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$300 – $600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SQL 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GP_Gen5_4 (always-on)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$250 – $400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Cache for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C1 Basic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Storage + Key Vault + Logs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$40 – $60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Static Web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Standard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$980 – $1,650 / 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Tenant Porting — New Azure Tenant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Total estimated port: 4 – 6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Pre-flight: Azure subscription + Entra Global Admin + DNS domain (1–2 days)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Infrastructure: Terraform bootstrap + apply + DNS cutover (3–4 days)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Data Integration: Replace demo fallbacks with real API calls (8–12 days)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  • SQL schema migration + DAB config update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  • Graph API app registration + admin consent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  • File share / OneDrive mapping, analytics connectors, KB ingestion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Testing: End-to-end validation + UAT with pilot users (5–8 days)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Go-Live: Production cutover + 2-week hypercare (3–5 days)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Audit &amp; Discovery Framework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Small org: 5–7 days  |  Medium org: 10–14 days  |  Large org: 15–25 days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3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1. Inventory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List all systems (SQL, SharePoint, mailboxes, APIs)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data_inventory.xlsx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2–3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2. Schema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Tables, columns, FKs, folder hierarchies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schema_reference.md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3–4 days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3. Sensitivity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Classify Public / Internal / Confidential / Restricted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classification_matrix.xlsx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2–3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4. Access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Verify least-privilege service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access_review.pdf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1–2 days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5. 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GDPR, CCPA, SOC-2, HIPAA check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compliance_gap.md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2–3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6. 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Injection risks, leakage paths, over-permission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risk_register.md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1–2 days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7. Remediation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RLS, masking, PII redaction, scope reduction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remediation_plan.md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8.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Data owner + legal + security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audit_signoff.pdf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0.5 day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Audit — Key Questions Per MCP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Answer these before writing a single line of integration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8D4"/>
                </a:solidFill>
              </a:defRPr>
            </a:pPr>
            <a:r>
              <a:t>Data &amp; Content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SQL: Which DBs? Views vs. raw tables? RLS enabled? PII columns?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Mail: All mailboxes or shared only? Legal hold constraints?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OneDrive: Personal vs. SharePoint? Sensitivity labels?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File Share: SMB or Azure Files? AD vs. Azure RBAC?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8D4"/>
                </a:solidFill>
              </a:defRPr>
            </a:pPr>
            <a:r>
              <a:t>Intelligence &amp; Memory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Knowledge Base: Where do SOPs live? Versioning strategy?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Analytics: Power BI / Snowflake / Salesforce? Rate limits?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Memory: What context is OK to store? Retention policy?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 General: Right-to-be-forgotten? Encryption at rest?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Status — May 6, 2026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Commit: 4fcd14b  |  Session ended: May 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All 11 demo scenarios pass (A–K): email intel, OneDrive reports, file search, pipeline, board prep, SOPs, multi-tool, multi-round, personalized context, document generation, analytics KPIs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10 Container Apps running in Azure (all healthy)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8 MCP backends operational with internal ingress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Terraform state managed in Azure Storage backend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Docker images pinned by digest in terraform/main.tf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React UI deployed to Static Web App with dark theme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Known limitations: OpenAI timeout on complex prompts (retry), SQL cold start (~10s), manual Graph API admin consent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Roadmap — Next Priorities</a:t>
            </a:r>
          </a:p>
          <a:p>
            <a:pPr>
              <a:spcBef>
                <a:spcPts val="400"/>
              </a:spcBef>
              <a:defRPr sz="1400">
                <a:solidFill>
                  <a:srgbClr val="AABBDD"/>
                </a:solidFill>
              </a:defRPr>
            </a:pPr>
            <a:r>
              <a:t>See GAPS.md for full gap analysis and improvement proposals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CI/CD: terraform plan on PR, apply on merge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Rate limiting + circuit breakers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Redis caching layer (tool results, OpenAI)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Azure Monitor alerts +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Teams Copilot Studio plugin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Geo-redundant DR runbook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Resilience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Report storage in Azure Blob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CCFF"/>
                </a:solidFill>
              </a:defRPr>
            </a:pPr>
            <a:r>
              <a:t>Questions?</a:t>
            </a:r>
            <a:br/>
            <a:br/>
            <a:r>
              <a:t>ARCHITECTURE.md  |  AGENTS.md  |  GAPS.md  |  PLAN.md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9CC"/>
                </a:solidFill>
              </a:defRPr>
            </a:pPr>
            <a:r>
              <a:t>ResiQ  |  AI Agentic Q&amp;A Platform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